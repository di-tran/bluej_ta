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6" d="100"/>
          <a:sy n="136" d="100"/>
        </p:scale>
        <p:origin x="-139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77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2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522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0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387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52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49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2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290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10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47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357F1-3B28-074B-920B-EC2C8AD2BF6A}" type="datetimeFigureOut">
              <a:rPr lang="en-US" smtClean="0"/>
              <a:t>4/27/15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4268-9114-EF41-9809-8A8314AC6D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0" y="673300"/>
            <a:ext cx="3899499" cy="219346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6720" y="671228"/>
            <a:ext cx="3903183" cy="21955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092" y="4044753"/>
            <a:ext cx="3899499" cy="21934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404" y="4044754"/>
            <a:ext cx="3899499" cy="2193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6159" y="205448"/>
            <a:ext cx="8488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Open Exercise and Description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4" idx="3"/>
            <a:endCxn id="5" idx="1"/>
          </p:cNvCxnSpPr>
          <p:nvPr/>
        </p:nvCxnSpPr>
        <p:spPr>
          <a:xfrm flipV="1">
            <a:off x="4104929" y="1768998"/>
            <a:ext cx="961791" cy="103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  <a:endCxn id="7" idx="0"/>
          </p:cNvCxnSpPr>
          <p:nvPr/>
        </p:nvCxnSpPr>
        <p:spPr>
          <a:xfrm flipH="1">
            <a:off x="2145842" y="2866768"/>
            <a:ext cx="4872470" cy="11779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3"/>
            <a:endCxn id="8" idx="1"/>
          </p:cNvCxnSpPr>
          <p:nvPr/>
        </p:nvCxnSpPr>
        <p:spPr>
          <a:xfrm>
            <a:off x="4095591" y="5141487"/>
            <a:ext cx="974813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565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6159" y="261479"/>
            <a:ext cx="8506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Perform Exercise and Run Code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59" y="850901"/>
            <a:ext cx="3766685" cy="21187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172" y="3456356"/>
            <a:ext cx="3766685" cy="2118760"/>
          </a:xfrm>
          <a:prstGeom prst="rect">
            <a:avLst/>
          </a:prstGeom>
        </p:spPr>
      </p:pic>
      <p:cxnSp>
        <p:nvCxnSpPr>
          <p:cNvPr id="6" name="Straight Arrow Connector 5"/>
          <p:cNvCxnSpPr>
            <a:stCxn id="3" idx="2"/>
            <a:endCxn id="4" idx="1"/>
          </p:cNvCxnSpPr>
          <p:nvPr/>
        </p:nvCxnSpPr>
        <p:spPr>
          <a:xfrm>
            <a:off x="2219502" y="2969661"/>
            <a:ext cx="2856670" cy="15460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684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</Words>
  <Application>Microsoft Macintosh PowerPoint</Application>
  <PresentationFormat>On-screen Show 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Company>MSU Denver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Information Technology Services</dc:creator>
  <cp:lastModifiedBy>Information Technology Services</cp:lastModifiedBy>
  <cp:revision>2</cp:revision>
  <dcterms:created xsi:type="dcterms:W3CDTF">2015-04-27T20:50:37Z</dcterms:created>
  <dcterms:modified xsi:type="dcterms:W3CDTF">2015-04-27T21:13:07Z</dcterms:modified>
</cp:coreProperties>
</file>